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522735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Object-Oriented Design in Smart Healthcare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621310"/>
            <a:ext cx="4722763" cy="999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          : Delisha A.K.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Registration No: 192511307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 Name    : Object-Oriented Analysis and Design (CSA1110)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623218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 Healthcare Ecosystem</a:t>
            </a:r>
            <a:endParaRPr lang="en-US" sz="22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5119" y="1190179"/>
            <a:ext cx="4722763" cy="203656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242912" y="2840534"/>
            <a:ext cx="1071435" cy="13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Generate Billing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4242912" y="2369102"/>
            <a:ext cx="1071435" cy="133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Update Records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242912" y="1902432"/>
            <a:ext cx="1071435" cy="133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Doctor Consults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242912" y="1431001"/>
            <a:ext cx="1071435" cy="133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Book Appointment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3925119" y="3386212"/>
            <a:ext cx="472276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- Integrated flow: scheduling → consultation → record update → billing → analytics. 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- Real-time data sync across modules. 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- Event-driven notifications for clinicians and patients. 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Clear audit trail for compliance and quality.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31081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Classes &amp; Objects — Patient Example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57511"/>
            <a:ext cx="3902943" cy="21953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964903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Patient (class)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2328118"/>
            <a:ext cx="3902943" cy="1509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Attributes: patientId, name, dateOfBirth, contactInfo, medicalHistory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Methods: checkIn(), updateRecord(), requestPrescription()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Instance = a specific patient object with real data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Encapsulates state + behavior for patient entity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70099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Encapsulation — Protecting Patient Data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996529"/>
            <a:ext cx="3053135" cy="1717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9892" y="2288158"/>
            <a:ext cx="4752677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- Use private attributes for sensitive fields (e.g., medicalHistory, ssn).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- Expose controlled access via getters/setters with validation.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- Reduce unintended mutations and enforce invariants.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- Enables secure serialization and audit logging.       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41834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Inheritance — Shared Person Model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79711"/>
            <a:ext cx="8151763" cy="2635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4182" y="3053184"/>
            <a:ext cx="1788604" cy="223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HospitalStaff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8765" y="3340354"/>
            <a:ext cx="2194021" cy="178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staffID, name, department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316782" y="2339730"/>
            <a:ext cx="1788604" cy="223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Doctor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316782" y="2626900"/>
            <a:ext cx="2138376" cy="357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specialization; prescribeMedicine()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94057" y="1860781"/>
            <a:ext cx="1788604" cy="223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Nurse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8640" y="2147951"/>
            <a:ext cx="2194021" cy="178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shift; assistTreatment()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6119" y="417485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Doctor and Nurse inherit common attributes from HospitalStaff while adding specialized properties and methods.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52786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Polymorphism — generateReport()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090663"/>
            <a:ext cx="571798" cy="5717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45096" y="2090663"/>
            <a:ext cx="18501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Patient Report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245096" y="2397175"/>
            <a:ext cx="185015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Summary of vitals, meds, next steps — designed for patient comprehension.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2090663"/>
            <a:ext cx="571798" cy="5717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21410" y="2090663"/>
            <a:ext cx="18501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Doctor Report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021410" y="2397175"/>
            <a:ext cx="185015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Detailed clinical notes, diagnostics, decision support data.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2090663"/>
            <a:ext cx="571798" cy="57179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97725" y="2090663"/>
            <a:ext cx="18501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Billing Report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797725" y="2397175"/>
            <a:ext cx="185015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Charges, insurance claims, coding metadata for finance systems.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96119" y="3237086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- Single interface: generateReport(Person) → runtime selects concrete implementation. 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Enables extendable reporting without service changes.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19373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Benefits of Object-Oriented Design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457251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988790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Scalability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295302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 components scale independently across services.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457251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1988790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Maintainability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295302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abstractions reduce coupling and ease updates.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1457251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1988790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Security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295302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Encapsulation and controlled access limit attack surface.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032447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19" y="3563987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Reusability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96119" y="3870499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base classes and interfaces reduce duplication.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72433" y="3032447"/>
            <a:ext cx="354360" cy="3543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72433" y="3563987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Reliability &amp; Modularity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272433" y="3870499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Unit-testable modules and clear contracts improve robustness.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203796"/>
            <a:ext cx="4722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 — OOAD for Smart Healthcare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2125117"/>
            <a:ext cx="472276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- Object-oriented design provides a clear, modular foundation for secure, scalable healthcare systems. 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- Encapsulation protects patient data; inheritance &amp; polymorphism enable flexible extensions. 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- Apply proven patterns and strong interfaces to ensure maintainability and testability. 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Result: resilient systems that support clinical workflows and regulatory needs.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2026-07-20T17:07:49Z</dcterms:created>
  <dcterms:modified xsi:type="dcterms:W3CDTF">2026-07-20T17:07:49Z</dcterms:modified>
</cp:coreProperties>
</file>